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CDC NNDSS Weekly Surveillance Prototype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BigQuery curation + coverage gating → Tableau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Anthony Mounts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Built a CDC NNDSS weekly surveillance prototype (BigQuery pipeline + Tableau dashboard).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Fixed mixed-grain geography: restricted to U.S. states + Washington, D.C.; added trend eligibility metrics (trend mode, weeks observed, reporting recency).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Delivered two views: (A) weekly trend compared with other states’ average, (B) latest-week map with coverage/validity flags.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Recommendation: interpret direction using a 4-week moving average; separate a trend watchlist from a data-quality review queue for spikes/drops.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Dashboard Overview</a:t>
            </a:r>
            <a:endParaRPr lang="en-US" sz="3200" dirty="0"/>
          </a:p>
        </p:txBody>
      </p:sp>
      <p:pic>
        <p:nvPicPr>
          <p:cNvPr id="4" name="Image 0" descr="/mnt/data/dashboar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724" y="1234440"/>
            <a:ext cx="7927513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Tableau Public: NNDSS_Trend_Coverage_Dashboard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Q1 — What is happening over time?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Weekly counts are noisy; direction is interpretable via a 4-week moving average.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Delivered weekly time series at MMWR week grain.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Compared selected state vs other states’ average for context.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Primary interpretation rule: use the 4-week moving average, not single-week jumps.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Q2 — Where is burden highest right now?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State-only geography eliminates rollup/territory contamination.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Raw “Reporting Area” is mixed grain (totals/regions/states/territories).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Curation enforces U.S. states + D.C. only, with canonical names.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Latest-week map is paired with coverage/validity flags to prevent misread trends.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Q3 — Context vs prior weeks/prior year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Net-change rankings are defensible; percent change requires baseline thresholds.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Trendability varies by state×condition; many series are insufficient.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Separate operational “trend watchlist” from “data-quality review queue” for spikes/drops.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Avoid percent-change rankings without a minimum baseline (small denominators inflate).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Q4 — Condition drivers within a jurisdiction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Explain movement using condition-level driver decomposition (not narrative).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For a selected state, identify top conditions by latest-week burden and recent net change.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Use contribution metrics that handle mixed direction (positive-share or absolute-share).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Quality Controls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Trend conclusions are conditioned on coverage/recency gating.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current_week_0: structural zeros used for stable plotting.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Coverage metadata: last available week, weeks observed, weeks behind max.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trend_mode: historical (1y/3y), recent monitoring partial, or insufficient.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Deliverables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BigQuery tables: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tbl_nndss_state_fact (state × condition × week)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tbl_nndss_state_condition_coverage (state × condition gating)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tbl_tableau_export (single Tableau-ready export)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Tableau dashboard: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 — Trend (selected state vs other states average; 4-week MA)</a:t>
            </a:r>
            <a:endParaRPr lang="en-US" sz="1800" dirty="0"/>
          </a:p>
          <a:p>
            <a:pPr marL="457200" indent="-4572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 — Geography snapshot (latest week with coverage flags)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Appendix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Add additional screenshots (map tooltip, trend view) as needed.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2026-03-02T13:59:17Z</dcterms:created>
  <dcterms:modified xsi:type="dcterms:W3CDTF">2026-03-02T13:59:17Z</dcterms:modified>
</cp:coreProperties>
</file>